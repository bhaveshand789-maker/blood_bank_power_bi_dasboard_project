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1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9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7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Power BI – Complete Basic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Business Intelligence &amp; Data Visualization Tool</a:t>
            </a:r>
          </a:p>
          <a:p>
            <a:r>
              <a:rPr dirty="0"/>
              <a:t>Presented by </a:t>
            </a:r>
            <a:r>
              <a:rPr dirty="0" err="1"/>
              <a:t>Bhavesh</a:t>
            </a:r>
            <a:r>
              <a:rPr dirty="0"/>
              <a:t> </a:t>
            </a:r>
            <a:r>
              <a:rPr dirty="0" smtClean="0"/>
              <a:t>Kumar</a:t>
            </a:r>
            <a:r>
              <a:rPr lang="en-US" dirty="0" smtClean="0"/>
              <a:t> </a:t>
            </a:r>
            <a:r>
              <a:rPr lang="en-US" dirty="0" err="1" smtClean="0"/>
              <a:t>Vishwakarma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What is Power BI?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• Power BI is a Business Intelligence (BI) tool developed by Microsoft.</a:t>
            </a:r>
          </a:p>
          <a:p>
            <a:r>
              <a:t>• It helps convert raw data into meaningful insights.</a:t>
            </a:r>
          </a:p>
          <a:p>
            <a:r>
              <a:t>• Used for data analysis, reporting, and dashboard creation.</a:t>
            </a:r>
          </a:p>
          <a:p>
            <a:r>
              <a:t>• Supports multiple data sources like Excel, SQL, Web, CSV, etc.</a:t>
            </a:r>
          </a:p>
          <a:p>
            <a:r>
              <a:t>• Provides interactive and real-time visual reports.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Main Components of Power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t>• Power BI Desktop:</a:t>
            </a:r>
          </a:p>
          <a:p>
            <a:r>
              <a:t>   - Used to create reports and dashboards.</a:t>
            </a:r>
          </a:p>
          <a:p>
            <a:r>
              <a:t>   - Data transformation using Power Query.</a:t>
            </a:r>
          </a:p>
          <a:p>
            <a:endParaRPr/>
          </a:p>
          <a:p>
            <a:r>
              <a:t>• Power BI Service (Cloud):</a:t>
            </a:r>
          </a:p>
          <a:p>
            <a:r>
              <a:t>   - Publish and share reports online.</a:t>
            </a:r>
          </a:p>
          <a:p>
            <a:r>
              <a:t>   - Schedule data refresh.</a:t>
            </a:r>
          </a:p>
          <a:p>
            <a:endParaRPr/>
          </a:p>
          <a:p>
            <a:r>
              <a:t>• Power BI Mobile:</a:t>
            </a:r>
          </a:p>
          <a:p>
            <a:r>
              <a:t>   - View reports on mobile devices.</a:t>
            </a:r>
          </a:p>
          <a:p>
            <a:endParaRPr/>
          </a:p>
          <a:p>
            <a:r>
              <a:t>• Power BI Gateway:</a:t>
            </a:r>
          </a:p>
          <a:p>
            <a:r>
              <a:t>   - Connect on-premise databases to cloud service.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Power BI Working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dirty="0"/>
              <a:t>Step 1: Get Data – Import data from different sources.</a:t>
            </a:r>
          </a:p>
          <a:p>
            <a:r>
              <a:rPr dirty="0"/>
              <a:t>Step 2: Transform Data – Clean and shape data using Power Query.</a:t>
            </a:r>
          </a:p>
          <a:p>
            <a:r>
              <a:rPr dirty="0"/>
              <a:t>Step 3: Data Modeling – Create relationships (Star Schema recommended).</a:t>
            </a:r>
          </a:p>
          <a:p>
            <a:r>
              <a:rPr dirty="0"/>
              <a:t>Step 4: Create Measures – Use DAX for calculations.</a:t>
            </a:r>
          </a:p>
          <a:p>
            <a:r>
              <a:rPr dirty="0"/>
              <a:t>Step 5: Build Visuals – Charts, Tables, Cards, Maps, KPIs.</a:t>
            </a:r>
          </a:p>
          <a:p>
            <a:r>
              <a:rPr dirty="0"/>
              <a:t>Step 6: Publish – Upload report to Power BI Service.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Important Concepts in Power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• DAX (Data Analysis Expressions): Used for advanced calculations.</a:t>
            </a:r>
          </a:p>
          <a:p>
            <a:r>
              <a:t>• Measures vs Calculated Columns:</a:t>
            </a:r>
          </a:p>
          <a:p>
            <a:r>
              <a:t>   - Measure: Calculated dynamically.</a:t>
            </a:r>
          </a:p>
          <a:p>
            <a:r>
              <a:t>   - Calculated Column: Stored in table.</a:t>
            </a:r>
          </a:p>
          <a:p>
            <a:r>
              <a:t>• Filters &amp; Slicers: Used for interactive data filtering.</a:t>
            </a:r>
          </a:p>
          <a:p>
            <a:r>
              <a:t>• Drill Down &amp; Drill Through: Detailed level data analysis.</a:t>
            </a:r>
          </a:p>
          <a:p>
            <a:r>
              <a:t>• Forecasting &amp; Analytics: Predict future trends.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Advantages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• Easy to learn and user-friendly interface.</a:t>
            </a:r>
          </a:p>
          <a:p>
            <a:r>
              <a:t>• Strong data modeling capabilities.</a:t>
            </a:r>
          </a:p>
          <a:p>
            <a:r>
              <a:t>• Handles large datasets efficiently.</a:t>
            </a:r>
          </a:p>
          <a:p>
            <a:r>
              <a:t>• Real-time dashboards and automatic refresh.</a:t>
            </a:r>
          </a:p>
          <a:p>
            <a:r>
              <a:t>• Improves business decision-making.</a:t>
            </a:r>
          </a:p>
          <a:p>
            <a:endParaRPr/>
          </a:p>
          <a:p>
            <a:r>
              <a:t>Conclusion:</a:t>
            </a:r>
          </a:p>
          <a:p>
            <a:r>
              <a:t>Power BI is a powerful tool for analyzing and visualizing business data effectively.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48</TotalTime>
  <Words>372</Words>
  <Application>Microsoft Office PowerPoint</Application>
  <PresentationFormat>On-screen Show (4:3)</PresentationFormat>
  <Paragraphs>47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Oriel</vt:lpstr>
      <vt:lpstr>Power BI – Complete Basic Overview</vt:lpstr>
      <vt:lpstr>1. What is Power BI?</vt:lpstr>
      <vt:lpstr>2. Main Components of Power BI</vt:lpstr>
      <vt:lpstr>3. Power BI Working Process</vt:lpstr>
      <vt:lpstr>4. Important Concepts in Power BI</vt:lpstr>
      <vt:lpstr>5. Advantages &amp; Conclusion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– Complete Basic Overview</dc:title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2026-02-12T06:25:23Z</dcterms:modified>
  <cp:category/>
</cp:coreProperties>
</file>